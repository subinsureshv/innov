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83" autoAdjust="0"/>
    <p:restoredTop sz="95165" autoAdjust="0"/>
  </p:normalViewPr>
  <p:slideViewPr>
    <p:cSldViewPr snapToGrid="0">
      <p:cViewPr varScale="1">
        <p:scale>
          <a:sx n="80" d="100"/>
          <a:sy n="80" d="100"/>
        </p:scale>
        <p:origin x="67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764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496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7174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665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377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45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282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089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810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662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5690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5386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allianzverba.streamlit.app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6AB633-EEA5-1C1D-6C5C-C4528F0AE2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688"/>
          <a:stretch>
            <a:fillRect/>
          </a:stretch>
        </p:blipFill>
        <p:spPr>
          <a:xfrm>
            <a:off x="1" y="10"/>
            <a:ext cx="12192000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30DD7D3-2712-4491-B2C2-5FC23330C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3569" y="1066800"/>
            <a:ext cx="5128322" cy="47244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3CCE32-1AD7-462C-A34C-0B761EE2E2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8737" y="1562101"/>
            <a:ext cx="4359744" cy="2738530"/>
          </a:xfrm>
        </p:spPr>
        <p:txBody>
          <a:bodyPr anchor="t">
            <a:normAutofit/>
          </a:bodyPr>
          <a:lstStyle/>
          <a:p>
            <a:r>
              <a:rPr lang="en-US" dirty="0" err="1"/>
              <a:t>AllianzVerba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87FA80-9C57-42C0-8397-92A4AD1CA0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1898" y="1956683"/>
            <a:ext cx="4358208" cy="933760"/>
          </a:xfrm>
        </p:spPr>
        <p:txBody>
          <a:bodyPr>
            <a:normAutofit/>
          </a:bodyPr>
          <a:lstStyle/>
          <a:p>
            <a:r>
              <a:rPr lang="en-US" dirty="0"/>
              <a:t>Pdf Translator</a:t>
            </a:r>
            <a:endParaRPr lang="en-IN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FD0734C-004D-4938-8EA0-2C3867A11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6937" y="5780876"/>
            <a:ext cx="513116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8706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409D6-6EBA-431E-9BA4-A4D0AFE9A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Introduction and business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F1721-FC1A-4266-B0F4-6963044211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>
                <a:latin typeface="Arial" panose="020B0604020202020204" pitchFamily="34" charset="0"/>
                <a:cs typeface="Arial" panose="020B0604020202020204" pitchFamily="34" charset="0"/>
              </a:rPr>
              <a:t>Currently 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Compliance 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team receives PDF documents in different languages.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Only two FT’s have access to the AIMS ++ translator.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Rest of the team uses google translate to convert the pdf. </a:t>
            </a:r>
          </a:p>
        </p:txBody>
      </p:sp>
    </p:spTree>
    <p:extLst>
      <p:ext uri="{BB962C8B-B14F-4D97-AF65-F5344CB8AC3E}">
        <p14:creationId xmlns:p14="http://schemas.microsoft.com/office/powerpoint/2010/main" val="3148694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41354-0C75-4EFF-8CEB-1A6FE36D5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2. 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0B4AA-5C05-449B-9301-93B470EF2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can make use of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AllianzVerba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The pdf Translator , which is much faster compared to the existing translators.</a:t>
            </a:r>
          </a:p>
          <a:p>
            <a:r>
              <a:rPr lang="en-IN" dirty="0" err="1">
                <a:hlinkClick r:id="rId2"/>
              </a:rPr>
              <a:t>AllianzVerba</a:t>
            </a:r>
            <a:r>
              <a:rPr lang="en-IN" dirty="0">
                <a:hlinkClick r:id="rId2"/>
              </a:rPr>
              <a:t> · </a:t>
            </a:r>
            <a:r>
              <a:rPr lang="en-IN" dirty="0" err="1">
                <a:hlinkClick r:id="rId2"/>
              </a:rPr>
              <a:t>Streamlit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6560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F62EC-03F6-4061-876C-AC9F606E7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3. How the application works</a:t>
            </a:r>
            <a:endParaRPr lang="en-IN" sz="3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D38443-2ECF-4132-9B6E-D235F6703B77}"/>
              </a:ext>
            </a:extLst>
          </p:cNvPr>
          <p:cNvSpPr txBox="1"/>
          <p:nvPr/>
        </p:nvSpPr>
        <p:spPr>
          <a:xfrm>
            <a:off x="1038224" y="2077642"/>
            <a:ext cx="987742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1. Upload PDF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user uploads the PDF document that needs to be translated.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2. Translate Document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application translates the document into the selected target language.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3. Preview and Adjust Quality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user previews the translated PDF, checks the output, and adjusts the document quality using the available options.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4. Download PDF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Once satisfied with the translated document, the user downloads the final PDF.</a:t>
            </a:r>
          </a:p>
        </p:txBody>
      </p:sp>
    </p:spTree>
    <p:extLst>
      <p:ext uri="{BB962C8B-B14F-4D97-AF65-F5344CB8AC3E}">
        <p14:creationId xmlns:p14="http://schemas.microsoft.com/office/powerpoint/2010/main" val="3628365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1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55069B-81D2-4709-9BA7-37D714447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0"/>
            <a:ext cx="5752093" cy="1097280"/>
          </a:xfrm>
        </p:spPr>
        <p:txBody>
          <a:bodyPr>
            <a:normAutofit/>
          </a:bodyPr>
          <a:lstStyle/>
          <a:p>
            <a:r>
              <a:rPr lang="en-IN" sz="3700"/>
              <a:t>Security and data privacy</a:t>
            </a:r>
          </a:p>
        </p:txBody>
      </p:sp>
      <p:cxnSp>
        <p:nvCxnSpPr>
          <p:cNvPr id="23" name="Straight Connector 13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76DB2-50BB-4EB1-A169-D72B2CD5C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636205"/>
            <a:ext cx="5752095" cy="366171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No Database :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The application does not use a database to store uploaded PDF documents. Companies internal documents are not going outside and its safe .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Code Transparency: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The source code is available for review to understand how documents are processed and handled. Code is open to review in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and its hosted </a:t>
            </a:r>
            <a:r>
              <a:rPr lang="en-US" sz="1900">
                <a:latin typeface="Arial" panose="020B0604020202020204" pitchFamily="34" charset="0"/>
                <a:cs typeface="Arial" panose="020B0604020202020204" pitchFamily="34" charset="0"/>
              </a:rPr>
              <a:t>in streamlet.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endParaRPr lang="en-IN" sz="1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6AD87B-7B25-478A-8978-0494613043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8963" y="4236720"/>
            <a:ext cx="6023037" cy="22285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19D1CB4-C266-4398-BF1E-58E36F8FD1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4495" y="1595024"/>
            <a:ext cx="3856226" cy="208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659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B770E-3EF6-4688-8358-77A41945B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2239" y="2880360"/>
            <a:ext cx="2702561" cy="1097280"/>
          </a:xfrm>
        </p:spPr>
        <p:txBody>
          <a:bodyPr>
            <a:noAutofit/>
          </a:bodyPr>
          <a:lstStyle/>
          <a:p>
            <a:r>
              <a:rPr lang="en-US" sz="6000" dirty="0">
                <a:latin typeface="Arial" panose="020B0604020202020204" pitchFamily="34" charset="0"/>
                <a:cs typeface="Arial" panose="020B0604020202020204" pitchFamily="34" charset="0"/>
              </a:rPr>
              <a:t>Demo</a:t>
            </a:r>
            <a:endParaRPr lang="en-IN" sz="6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1395817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214</Words>
  <Application>Microsoft Office PowerPoint</Application>
  <PresentationFormat>Widescreen</PresentationFormat>
  <Paragraphs>23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Grandview Display</vt:lpstr>
      <vt:lpstr>DashVTI</vt:lpstr>
      <vt:lpstr>AllianzVerba</vt:lpstr>
      <vt:lpstr>Introduction and business problem</vt:lpstr>
      <vt:lpstr>2. Proposed solution</vt:lpstr>
      <vt:lpstr>3. How the application works</vt:lpstr>
      <vt:lpstr>Security and data privacy</vt:lpstr>
      <vt:lpstr>Demo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AllianzVerba</dc:title>
  <dc:creator>Subin Suresh</dc:creator>
  <cp:lastModifiedBy>Subin Suresh</cp:lastModifiedBy>
  <cp:revision>5</cp:revision>
  <dcterms:created xsi:type="dcterms:W3CDTF">2026-10-11T10:50:30Z</dcterms:created>
  <dcterms:modified xsi:type="dcterms:W3CDTF">2026-10-12T10:23:23Z</dcterms:modified>
</cp:coreProperties>
</file>